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Analysis of Composite Wing for UAV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Project Presentation</a:t>
            </a:r>
          </a:p>
          <a:p>
            <a:r>
              <a:t>[Your Name]</a:t>
            </a:r>
          </a:p>
          <a:p>
            <a:r>
              <a:t>[Your Institution]</a:t>
            </a:r>
          </a:p>
          <a:p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UAVs (Unmanned Aerial Vehicles) are widely used in defense, surveillance, and commercial applications.</a:t>
            </a:r>
          </a:p>
          <a:p>
            <a:r>
              <a:t>• Composite materials offer lightweight and high-strength properties, making them ideal for UAV wings.</a:t>
            </a:r>
          </a:p>
          <a:p>
            <a:r>
              <a:t>• This project focuses on the design and structural analysis of a composite 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 lightweight composite wing with optimal aerodynamic properties.</a:t>
            </a:r>
          </a:p>
          <a:p>
            <a:r>
              <a:t>• Perform structural analysis using FEM (Finite Element Method).</a:t>
            </a:r>
          </a:p>
          <a:p>
            <a:r>
              <a:t>• Evaluate material performance under different loading conditions.</a:t>
            </a:r>
          </a:p>
          <a:p>
            <a:r>
              <a:t>• Improve UAV efficiency and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Common composite materials used:</a:t>
            </a:r>
          </a:p>
          <a:p>
            <a:r>
              <a:t>  - Carbon Fiber Reinforced Polymer (CFRP)</a:t>
            </a:r>
          </a:p>
          <a:p>
            <a:r>
              <a:t>  - Glass Fiber Reinforced Polymer (GFRP)</a:t>
            </a:r>
          </a:p>
          <a:p>
            <a:r>
              <a:t>  - Kevlar Composites</a:t>
            </a:r>
          </a:p>
          <a:p>
            <a:r>
              <a:t>• Properties considered:</a:t>
            </a:r>
          </a:p>
          <a:p>
            <a:r>
              <a:t>  - High strength-to-weight ratio</a:t>
            </a:r>
          </a:p>
          <a:p>
            <a:r>
              <a:t>  - Fatigue and corrosion resistance</a:t>
            </a:r>
          </a:p>
          <a:p>
            <a:r>
              <a:t>  - Manufacturability and cost-effectiveness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Wing 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Airfoil selection based on aerodynamic efficiency.</a:t>
            </a:r>
          </a:p>
          <a:p>
            <a:r>
              <a:t>• Structural design using composite layup techniques.</a:t>
            </a:r>
          </a:p>
          <a:p>
            <a:r>
              <a:t>• CAD modeling in software like CATIA, SolidWorks.</a:t>
            </a:r>
          </a:p>
          <a:p>
            <a:r>
              <a:t>• FEM analysis using ANSYS or Abaqus.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Static and dynamic load analysis.</a:t>
            </a:r>
          </a:p>
          <a:p>
            <a:r>
              <a:t>• Stress and strain distribution using FEM.</a:t>
            </a:r>
          </a:p>
          <a:p>
            <a:r>
              <a:t>• Buckling and failure analysis.</a:t>
            </a:r>
          </a:p>
          <a:p>
            <a:r>
              <a:t>• Optimization of composite layup for strength and weight reduction.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Comparison of composite wing performance with conventional materials.</a:t>
            </a:r>
          </a:p>
          <a:p>
            <a:r>
              <a:t>• FEM results showing stress distribution and failure modes.</a:t>
            </a:r>
          </a:p>
          <a:p>
            <a:r>
              <a:t>• Weight reduction and performance improvement observed.</a:t>
            </a:r>
          </a:p>
          <a:p>
            <a:r>
              <a:t>• Recommendations for further enhancement.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Composite materials provide significant advantages in UAV wing design.</a:t>
            </a:r>
          </a:p>
          <a:p>
            <a:r>
              <a:t>• Structural analysis confirms the feasibility and strength of the design.</a:t>
            </a:r>
          </a:p>
          <a:p>
            <a:r>
              <a:t>• Future work includes experimental validation and manufacturing trials.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Research papers on composite UAV wing structures.</a:t>
            </a:r>
          </a:p>
          <a:p>
            <a:r>
              <a:t>• FEM analysis studies for aerospace applications.</a:t>
            </a:r>
          </a:p>
          <a:p>
            <a:r>
              <a:t>• Books on composite material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